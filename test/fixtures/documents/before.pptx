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3CCC71-6683-4C71-8E7D-9FDCA589AF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735E4-9A6A-41F1-955A-136CD1B335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83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fld id="{A30D0F34-5C95-4F3A-ACEA-51A6CF0A4D48}" type="datetime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1FF042DA-2F52-43FD-A7DD-8469CAE468E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xStyles>
    <p:titleStyle>
      <a:lvl1pPr>
        <a:defRPr lang="en-US" sz="4400" b="0" u="none" strike="noStrike">
          <a:solidFill>
            <a:srgbClr val="000000"/>
          </a:solidFill>
          <a:uFillTx/>
          <a:latin typeface="Calibri"/>
        </a:defRPr>
      </a:lvl1pPr>
    </p:titleStyle>
    <p:bodyStyle>
      <a:lvl1pPr>
        <a:defRPr lang="en-US" sz="3200" b="0" u="none" strike="noStrike">
          <a:solidFill>
            <a:srgbClr val="000000"/>
          </a:solidFill>
          <a:uFillTx/>
          <a:latin typeface="Calibri"/>
        </a:defRPr>
      </a:lvl1pPr>
      <a:lvl2pPr>
        <a:defRPr lang="en-US" sz="2800" b="0" u="none" strike="noStrike">
          <a:solidFill>
            <a:srgbClr val="000000"/>
          </a:solidFill>
          <a:uFillTx/>
          <a:latin typeface="Calibri"/>
        </a:defRPr>
      </a:lvl2pPr>
      <a:lvl3pPr>
        <a:defRPr lang="en-US" sz="2400" b="0" u="none" strike="noStrike">
          <a:solidFill>
            <a:srgbClr val="000000"/>
          </a:solidFill>
          <a:uFillTx/>
          <a:latin typeface="Calibri"/>
        </a:defRPr>
      </a:lvl3pPr>
      <a:lvl4pPr>
        <a:defRPr lang="en-US" sz="2000" b="0" u="none" strike="noStrike">
          <a:solidFill>
            <a:srgbClr val="000000"/>
          </a:solidFill>
          <a:uFillTx/>
          <a:latin typeface="Calibri"/>
        </a:defRPr>
      </a:lvl4pPr>
      <a:lvl5pPr>
        <a:defRPr lang="en-US" sz="2000" b="0" u="none" strike="noStrike">
          <a:solidFill>
            <a:srgbClr val="000000"/>
          </a:solidFill>
          <a:uFillTx/>
          <a:latin typeface="Calibri"/>
        </a:defRPr>
      </a:lvl5pPr>
      <a:lvl6pPr>
        <a:defRPr lang="en-US" sz="2000" b="0" u="none" strike="noStrike">
          <a:solidFill>
            <a:srgbClr val="000000"/>
          </a:solidFill>
          <a:uFillTx/>
          <a:latin typeface="Calibri"/>
        </a:defRPr>
      </a:lvl6pPr>
      <a:lvl7pPr>
        <a:defRPr lang="en-US" sz="2000" b="0" u="none" strike="noStrike">
          <a:solidFill>
            <a:srgbClr val="000000"/>
          </a:solidFill>
          <a:uFillTx/>
          <a:latin typeface="Calibri"/>
        </a:defRPr>
      </a:lvl7pPr>
      <a:lvl8pPr>
        <a:defRPr lang="en-US" sz="2000" b="0" u="none" strike="noStrike">
          <a:solidFill>
            <a:srgbClr val="000000"/>
          </a:solidFill>
          <a:uFillTx/>
          <a:latin typeface="Calibri"/>
        </a:defRPr>
      </a:lvl8pPr>
      <a:lvl9pPr>
        <a:defRPr lang="en-US" sz="2000" b="0" u="none" strike="noStrike">
          <a:solidFill>
            <a:srgbClr val="000000"/>
          </a:solidFill>
          <a:uFillTx/>
          <a:latin typeface="Calibri"/>
        </a:defRPr>
      </a:lvl9pPr>
    </p:bodyStyle>
  </p:txStyles>
  <p:extLst>
    <p:ext uri="urn:com:collaboraoffice:names:experimental:ooxml:xmlns:coext:1.0">
      <coext:pageGuid xmlns:coext="urn:com:collaboraoffice:names:experimental:ooxml:xmlns:coext:1.0" val="{0F8AA540-38DF-4817-95DF-6CA4966A916F}"/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Pitch deck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Logline: a heist on a film set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Budget ₹2 crore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extLst>
    <p:ext uri="urn:com:collaboraoffice:names:experimental:ooxml:xmlns:coext:1.0">
      <coext:pageGuid xmlns:coext="urn:com:collaboraoffice:names:experimental:ooxml:xmlns:coext:1.0" val="{49F6CD27-2426-47F8-92FC-DC60DF69BAAD}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Lead: TBD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Support: open call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extLst>
    <p:ext uri="urn:com:collaboraoffice:names:experimental:ooxml:xmlns:coext:1.0">
      <coext:pageGuid xmlns:coext="urn:com:collaboraoffice:names:experimental:ooxml:xmlns:coext:1.0" val="{9FC3A641-947F-4345-B62F-FCCBBF1FCF5D}"/>
    </p:ext>
  </p:extLs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Collabora_Office/26.04.4.2$Linux_AARCH64 LibreOffice_project/6040$Build-2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