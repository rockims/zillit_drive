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EA52B1-7838-40CA-BE8D-9781D2C04E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D54A7C-F373-4213-95CF-20B567D109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83000"/>
              </a:lnSpc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83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83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83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83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83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83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83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83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83000"/>
              </a:lnSpc>
              <a:buNone/>
            </a:pPr>
            <a:fld id="{75FF087A-CC1B-45BC-9FB0-1D6867AA7A74}" type="datetime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&lt;date/time&gt;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83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83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83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83000"/>
              </a:lnSpc>
              <a:buNone/>
            </a:pPr>
            <a:fld id="{DDC9D849-B3A3-4235-9A1F-067E7AA9137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xStyles>
    <p:titleStyle>
      <a:lvl1pPr>
        <a:defRPr lang="en-US" sz="4400" b="0" u="none" strike="noStrike">
          <a:solidFill>
            <a:srgbClr val="000000"/>
          </a:solidFill>
          <a:uFillTx/>
          <a:latin typeface="Calibri"/>
        </a:defRPr>
      </a:lvl1pPr>
    </p:titleStyle>
    <p:bodyStyle>
      <a:lvl1pPr>
        <a:defRPr lang="en-US" sz="3200" b="0" u="none" strike="noStrike">
          <a:solidFill>
            <a:srgbClr val="000000"/>
          </a:solidFill>
          <a:uFillTx/>
          <a:latin typeface="Calibri"/>
        </a:defRPr>
      </a:lvl1pPr>
      <a:lvl2pPr>
        <a:defRPr lang="en-US" sz="2800" b="0" u="none" strike="noStrike">
          <a:solidFill>
            <a:srgbClr val="000000"/>
          </a:solidFill>
          <a:uFillTx/>
          <a:latin typeface="Calibri"/>
        </a:defRPr>
      </a:lvl2pPr>
      <a:lvl3pPr>
        <a:defRPr lang="en-US" sz="2400" b="0" u="none" strike="noStrike">
          <a:solidFill>
            <a:srgbClr val="000000"/>
          </a:solidFill>
          <a:uFillTx/>
          <a:latin typeface="Calibri"/>
        </a:defRPr>
      </a:lvl3pPr>
      <a:lvl4pPr>
        <a:defRPr lang="en-US" sz="2000" b="0" u="none" strike="noStrike">
          <a:solidFill>
            <a:srgbClr val="000000"/>
          </a:solidFill>
          <a:uFillTx/>
          <a:latin typeface="Calibri"/>
        </a:defRPr>
      </a:lvl4pPr>
      <a:lvl5pPr>
        <a:defRPr lang="en-US" sz="2000" b="0" u="none" strike="noStrike">
          <a:solidFill>
            <a:srgbClr val="000000"/>
          </a:solidFill>
          <a:uFillTx/>
          <a:latin typeface="Calibri"/>
        </a:defRPr>
      </a:lvl5pPr>
      <a:lvl6pPr>
        <a:defRPr lang="en-US" sz="2000" b="0" u="none" strike="noStrike">
          <a:solidFill>
            <a:srgbClr val="000000"/>
          </a:solidFill>
          <a:uFillTx/>
          <a:latin typeface="Calibri"/>
        </a:defRPr>
      </a:lvl6pPr>
      <a:lvl7pPr>
        <a:defRPr lang="en-US" sz="2000" b="0" u="none" strike="noStrike">
          <a:solidFill>
            <a:srgbClr val="000000"/>
          </a:solidFill>
          <a:uFillTx/>
          <a:latin typeface="Calibri"/>
        </a:defRPr>
      </a:lvl7pPr>
      <a:lvl8pPr>
        <a:defRPr lang="en-US" sz="2000" b="0" u="none" strike="noStrike">
          <a:solidFill>
            <a:srgbClr val="000000"/>
          </a:solidFill>
          <a:uFillTx/>
          <a:latin typeface="Calibri"/>
        </a:defRPr>
      </a:lvl8pPr>
      <a:lvl9pPr>
        <a:defRPr lang="en-US" sz="2000" b="0" u="none" strike="noStrike">
          <a:solidFill>
            <a:srgbClr val="000000"/>
          </a:solidFill>
          <a:uFillTx/>
          <a:latin typeface="Calibri"/>
        </a:defRPr>
      </a:lvl9pPr>
    </p:bodyStyle>
  </p:txStyles>
  <p:extLst>
    <p:ext uri="urn:com:collaboraoffice:names:experimental:ooxml:xmlns:coext:1.0">
      <coext:pageGuid xmlns:coext="urn:com:collaboraoffice:names:experimental:ooxml:xmlns:coext:1.0" val="{82780678-F36A-4E51-9515-4D3DE853A419}"/>
    </p:ext>
  </p:ext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Pitch deck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20000" y="2160000"/>
            <a:ext cx="720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Logline: a heist on a film set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Budget ₹2.5 crore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extLst>
    <p:ext uri="urn:com:collaboraoffice:names:experimental:ooxml:xmlns:coext:1.0">
      <coext:pageGuid xmlns:coext="urn:com:collaboraoffice:names:experimental:ooxml:xmlns:coext:1.0" val="{19B3FE8A-619C-4505-BAF2-F9FD7BF75B67}"/>
    </p:ext>
  </p:extLs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Locations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20000" y="2160000"/>
            <a:ext cx="720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Goa and Mumbai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extLst>
    <p:ext uri="urn:com:collaboraoffice:names:experimental:ooxml:xmlns:coext:1.0">
      <coext:pageGuid xmlns:coext="urn:com:collaboraoffice:names:experimental:ooxml:xmlns:coext:1.0" val="{D702E598-65AD-4765-A8E5-2C0A0919F985}"/>
    </p:ext>
  </p:extLs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Cast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720000" y="2160000"/>
            <a:ext cx="720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Lead: Aarav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Support: open call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extLst>
    <p:ext uri="urn:com:collaboraoffice:names:experimental:ooxml:xmlns:coext:1.0">
      <coext:pageGuid xmlns:coext="urn:com:collaboraoffice:names:experimental:ooxml:xmlns:coext:1.0" val="{803401B7-02F9-4186-849C-2F417C46C785}"/>
    </p:ext>
  </p:extLs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Classic">
      <a:dk1>
        <a:srgbClr val="000000"/>
      </a:dk1>
      <a:lt1>
        <a:srgbClr val="FFFFFF"/>
      </a:lt1>
      <a:dk2>
        <a:srgbClr val="2E2706"/>
      </a:dk2>
      <a:lt2>
        <a:srgbClr val="EEEEEE"/>
      </a:lt2>
      <a:accent1>
        <a:srgbClr val="3465A4"/>
      </a:accent1>
      <a:accent2>
        <a:srgbClr val="168253"/>
      </a:accent2>
      <a:accent3>
        <a:srgbClr val="D62E4E"/>
      </a:accent3>
      <a:accent4>
        <a:srgbClr val="729FCF"/>
      </a:accent4>
      <a:accent5>
        <a:srgbClr val="5EB91E"/>
      </a:accent5>
      <a:accent6>
        <a:srgbClr val="EA7500"/>
      </a:accent6>
      <a:hlink>
        <a:srgbClr val="0060FF"/>
      </a:hlink>
      <a:folHlink>
        <a:srgbClr val="8020D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Collabora_Office/26.04.4.2$Linux_AARCH64 LibreOffice_project/6040$Build-2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